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2" r:id="rId8"/>
    <p:sldId id="263" r:id="rId9"/>
    <p:sldId id="260" r:id="rId10"/>
    <p:sldId id="26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F465E-5B41-4B87-AF84-B4F6895E3C2A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75A8A-D35C-4190-93E7-78A70578D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Cv1-proj1-2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Organize data from the open source</a:t>
            </a:r>
            <a:endParaRPr lang="zh-CN" altLang="en-US" dirty="0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2CFAD1F-2F59-E8C1-9D5D-3F2D5C147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9C314B07-2172-9093-E256-79EAC8A81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1687"/>
            <a:ext cx="12192000" cy="52196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tsai_lenz_calibration</a:t>
            </a:r>
            <a:endParaRPr lang="zh-CN" altLang="en-US" dirty="0"/>
          </a:p>
        </p:txBody>
      </p:sp>
      <p:pic>
        <p:nvPicPr>
          <p:cNvPr id="8" name="图片 7" descr="文本, 信件&#10;&#10;AI 生成的内容可能不正确。">
            <a:extLst>
              <a:ext uri="{FF2B5EF4-FFF2-40B4-BE49-F238E27FC236}">
                <a16:creationId xmlns:a16="http://schemas.microsoft.com/office/drawing/2014/main" id="{2357146D-042E-BF2B-0A0A-25B0F93B3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2964"/>
            <a:ext cx="12192000" cy="528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ED221C-C66C-3ECC-2C85-6F204352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tsai_lenz_calibration</a:t>
            </a:r>
            <a:endParaRPr lang="zh-CN" altLang="en-US" dirty="0"/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AB3FBB85-966D-3427-94A9-FEA06641D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359" y="1932386"/>
            <a:ext cx="10515600" cy="422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90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park_martin_calibration</a:t>
            </a:r>
            <a:endParaRPr lang="zh-CN" altLang="en-US" dirty="0"/>
          </a:p>
        </p:txBody>
      </p:sp>
      <p:pic>
        <p:nvPicPr>
          <p:cNvPr id="8" name="图片 7" descr="文本, 信件&#10;&#10;AI 生成的内容可能不正确。">
            <a:extLst>
              <a:ext uri="{FF2B5EF4-FFF2-40B4-BE49-F238E27FC236}">
                <a16:creationId xmlns:a16="http://schemas.microsoft.com/office/drawing/2014/main" id="{CB62476C-E0F9-A93A-0A69-451EDD37B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36" y="1435377"/>
            <a:ext cx="11665161" cy="5422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0B981-FA65-EEDE-782E-FF39610FD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park_martin_calibration</a:t>
            </a:r>
            <a:endParaRPr lang="zh-CN" altLang="en-US" dirty="0"/>
          </a:p>
        </p:txBody>
      </p:sp>
      <p:pic>
        <p:nvPicPr>
          <p:cNvPr id="5" name="内容占位符 4" descr="文本, 信件&#10;&#10;AI 生成的内容可能不正确。">
            <a:extLst>
              <a:ext uri="{FF2B5EF4-FFF2-40B4-BE49-F238E27FC236}">
                <a16:creationId xmlns:a16="http://schemas.microsoft.com/office/drawing/2014/main" id="{9D8F74B4-65F3-0178-3B43-33BE86742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198" y="2139751"/>
            <a:ext cx="10515600" cy="285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01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Evaluation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compare with groud truth (</a:t>
            </a:r>
            <a:r>
              <a:rPr lang="en-US" altLang="zh-CN" dirty="0" err="1">
                <a:sym typeface="+mn-ea"/>
              </a:rPr>
              <a:t>Hand_eye_transform</a:t>
            </a:r>
            <a:r>
              <a:rPr lang="en-US" altLang="zh-CN"/>
              <a:t>) from dataset</a:t>
            </a:r>
          </a:p>
          <a:p>
            <a:r>
              <a:rPr lang="en-US" altLang="zh-CN"/>
              <a:t>Metrics:</a:t>
            </a:r>
          </a:p>
          <a:p>
            <a:pPr marL="0" indent="457200">
              <a:buNone/>
            </a:pPr>
            <a:r>
              <a:rPr lang="en-US" altLang="zh-CN"/>
              <a:t>- Rotation Error: the angular difference (geodesic distance) </a:t>
            </a:r>
          </a:p>
          <a:p>
            <a:pPr marL="0" indent="457200">
              <a:buNone/>
            </a:pPr>
            <a:endParaRPr lang="en-US" altLang="zh-CN"/>
          </a:p>
          <a:p>
            <a:pPr marL="0" indent="457200">
              <a:buNone/>
            </a:pPr>
            <a:endParaRPr lang="en-US" altLang="zh-CN"/>
          </a:p>
          <a:p>
            <a:pPr marL="0" indent="457200">
              <a:buNone/>
            </a:pPr>
            <a:r>
              <a:rPr lang="en-US" altLang="zh-CN"/>
              <a:t>- Translation Error: the Euclidean distance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38200" y="1388825"/>
            <a:ext cx="343759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eval\evaluate_calibration.py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1894"/>
          <a:stretch>
            <a:fillRect/>
          </a:stretch>
        </p:blipFill>
        <p:spPr>
          <a:xfrm>
            <a:off x="3833928" y="3590131"/>
            <a:ext cx="3086100" cy="8223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160" y="5321935"/>
            <a:ext cx="3086100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visualization</a:t>
            </a:r>
            <a:endParaRPr lang="zh-CN" altLang="en-US"/>
          </a:p>
        </p:txBody>
      </p:sp>
      <p:pic>
        <p:nvPicPr>
          <p:cNvPr id="6" name="coord_system_viz">
            <a:hlinkClick r:id="" action="ppaction://media"/>
          </p:cNvPr>
          <p:cNvPicPr>
            <a:picLocks noGrp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85832" y="1864995"/>
            <a:ext cx="5221606" cy="435133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8200" y="1388745"/>
            <a:ext cx="3994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eval\visualize_coord_systems.py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visualization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 the first frame to calculate </a:t>
            </a:r>
          </a:p>
          <a:p>
            <a:pPr marL="0" indent="0">
              <a:buNone/>
            </a:pPr>
            <a:r>
              <a:rPr lang="en-US" altLang="zh-CN" sz="2000" b="0" dirty="0" err="1">
                <a:effectLst/>
                <a:latin typeface="Consolas" panose="020B0609020204030204" pitchFamily="49" charset="0"/>
              </a:rPr>
              <a:t>T_base_calib</a:t>
            </a:r>
            <a:r>
              <a:rPr lang="en-US" altLang="zh-CN" sz="20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b="0" dirty="0" err="1">
                <a:effectLst/>
                <a:latin typeface="Consolas" panose="020B0609020204030204" pitchFamily="49" charset="0"/>
              </a:rPr>
              <a:t>T_base_end</a:t>
            </a:r>
            <a:r>
              <a:rPr lang="en-US" altLang="zh-CN" sz="2000" b="0" dirty="0">
                <a:effectLst/>
                <a:latin typeface="Consolas" panose="020B0609020204030204" pitchFamily="49" charset="0"/>
              </a:rPr>
              <a:t>[0] @ X @ inv(</a:t>
            </a:r>
            <a:r>
              <a:rPr lang="en-US" altLang="zh-CN" sz="2000" b="0" dirty="0" err="1">
                <a:effectLst/>
                <a:latin typeface="Consolas" panose="020B0609020204030204" pitchFamily="49" charset="0"/>
              </a:rPr>
              <a:t>camera_pose_scaled</a:t>
            </a:r>
            <a:r>
              <a:rPr lang="en-US" altLang="zh-CN" sz="2000" b="0" dirty="0">
                <a:effectLst/>
                <a:latin typeface="Consolas" panose="020B0609020204030204" pitchFamily="49" charset="0"/>
              </a:rPr>
              <a:t>[0])</a:t>
            </a:r>
          </a:p>
          <a:p>
            <a:r>
              <a:rPr lang="en-US" altLang="zh-CN" dirty="0"/>
              <a:t>Then transform the camera to </a:t>
            </a:r>
            <a:r>
              <a:rPr lang="en-US" altLang="zh-CN" dirty="0" err="1"/>
              <a:t>T_base</a:t>
            </a:r>
            <a:r>
              <a:rPr lang="en-US" altLang="zh-CN" dirty="0"/>
              <a:t> by:</a:t>
            </a:r>
          </a:p>
          <a:p>
            <a:pPr marL="0" indent="0">
              <a:buNone/>
            </a:pPr>
            <a:r>
              <a:rPr lang="it-IT" altLang="zh-CN" sz="2400" dirty="0">
                <a:latin typeface="Consolas" panose="020B0609020204030204" pitchFamily="49" charset="0"/>
              </a:rPr>
              <a:t>T_base_camera[i] = T_base_calib @ camera_pose_scaled[i]s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00" y="1388825"/>
            <a:ext cx="343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eval\visualize_trajectories.py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7" y="3995558"/>
            <a:ext cx="4575931" cy="22085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567" y="3863856"/>
            <a:ext cx="2681929" cy="28703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Speeding up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2491"/>
            <a:ext cx="10515600" cy="951951"/>
          </a:xfrm>
        </p:spPr>
        <p:txBody>
          <a:bodyPr/>
          <a:lstStyle/>
          <a:p>
            <a:r>
              <a:rPr lang="en-US" altLang="zh-CN" dirty="0"/>
              <a:t>The original </a:t>
            </a:r>
            <a:r>
              <a:rPr lang="en-US" altLang="zh-CN" dirty="0" err="1"/>
              <a:t>py</a:t>
            </a:r>
            <a:r>
              <a:rPr lang="en-US" altLang="zh-CN" dirty="0"/>
              <a:t> needs 20mins to finish all 6 dataset, now 11 second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06" y="2660698"/>
            <a:ext cx="4523286" cy="39410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689" y="2916980"/>
            <a:ext cx="4756143" cy="35372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169</Words>
  <Application>Microsoft Office PowerPoint</Application>
  <PresentationFormat>宽屏</PresentationFormat>
  <Paragraphs>24</Paragraphs>
  <Slides>10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Consolas</vt:lpstr>
      <vt:lpstr>Office 主题​​</vt:lpstr>
      <vt:lpstr>Cv1-proj1-2</vt:lpstr>
      <vt:lpstr>Organize data from the open source</vt:lpstr>
      <vt:lpstr>tsai_lenz_calibration</vt:lpstr>
      <vt:lpstr>tsai_lenz_calibration</vt:lpstr>
      <vt:lpstr>park_martin_calibration</vt:lpstr>
      <vt:lpstr>park_martin_calibration</vt:lpstr>
      <vt:lpstr>Evaluation</vt:lpstr>
      <vt:lpstr>visualization</vt:lpstr>
      <vt:lpstr>visualization</vt:lpstr>
      <vt:lpstr>Speeding 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Cv1-proj1-2</dc:title>
  <dc:creator>崧月 许</dc:creator>
  <cp:lastModifiedBy>涵睿 孔</cp:lastModifiedBy>
  <cp:revision>5</cp:revision>
  <dcterms:created xsi:type="dcterms:W3CDTF">2025-12-17T09:07:17Z</dcterms:created>
  <dcterms:modified xsi:type="dcterms:W3CDTF">2025-12-17T12:03:29Z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0FD373F020FE48B9C57242698D15CAF8_42</vt:lpwstr>
  </property>
  <property fmtid="{D5CDD505-2E9C-101B-9397-08002B2CF9AE}" pid="3" name="KSOProductBuildVer">
    <vt:lpwstr>2052-12.1.2.23578</vt:lpwstr>
  </property>
</Properties>
</file>