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3" r:id="rId8"/>
    <p:sldId id="260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F465E-5B41-4B87-AF84-B4F6895E3C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75A8A-D35C-4190-93E7-78A70578D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Cv1-proj1-2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Organize data from the open source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210635"/>
            <a:ext cx="10515600" cy="4351338"/>
          </a:xfrm>
        </p:spPr>
        <p:txBody>
          <a:bodyPr/>
          <a:lstStyle/>
          <a:p>
            <a:r>
              <a:rPr lang="en-US" altLang="zh-CN" dirty="0"/>
              <a:t>Download dust3r result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Robot_poses</a:t>
            </a:r>
            <a:r>
              <a:rPr lang="en-US" altLang="zh-CN" dirty="0"/>
              <a:t>: 			from _main .</a:t>
            </a:r>
            <a:r>
              <a:rPr lang="en-US" altLang="zh-CN" dirty="0" err="1"/>
              <a:t>pth</a:t>
            </a:r>
            <a:r>
              <a:rPr lang="en-US" altLang="zh-CN" dirty="0"/>
              <a:t> get </a:t>
            </a:r>
            <a:r>
              <a:rPr lang="en-US" altLang="zh-CN" dirty="0" err="1"/>
              <a:t>eef_pose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Camera_pose_raw</a:t>
            </a:r>
            <a:r>
              <a:rPr lang="en-US" altLang="zh-CN" dirty="0"/>
              <a:t>: 		from _raw .</a:t>
            </a:r>
            <a:r>
              <a:rPr lang="en-US" altLang="zh-CN" dirty="0" err="1"/>
              <a:t>pth</a:t>
            </a:r>
            <a:r>
              <a:rPr lang="en-US" altLang="zh-CN" dirty="0"/>
              <a:t> get poses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Camera_pose_scaled</a:t>
            </a:r>
            <a:r>
              <a:rPr lang="en-US" altLang="zh-CN" dirty="0"/>
              <a:t>: 	from _main .</a:t>
            </a:r>
            <a:r>
              <a:rPr lang="en-US" altLang="zh-CN" dirty="0" err="1"/>
              <a:t>pth</a:t>
            </a:r>
            <a:r>
              <a:rPr lang="en-US" altLang="zh-CN" dirty="0"/>
              <a:t> get poses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Hand_eye_transform</a:t>
            </a:r>
            <a:r>
              <a:rPr lang="en-US" altLang="zh-CN" dirty="0"/>
              <a:t>: 	from _main .</a:t>
            </a:r>
            <a:r>
              <a:rPr lang="en-US" altLang="zh-CN" dirty="0" err="1"/>
              <a:t>pth</a:t>
            </a:r>
            <a:r>
              <a:rPr lang="en-US" altLang="zh-CN" dirty="0"/>
              <a:t> calculate mean(inv(</a:t>
            </a:r>
            <a:r>
              <a:rPr lang="en-US" altLang="zh-CN" dirty="0" err="1"/>
              <a:t>robot_poses</a:t>
            </a:r>
            <a:r>
              <a:rPr lang="en-US" altLang="zh-CN" dirty="0"/>
              <a:t>) @ </a:t>
            </a:r>
            <a:r>
              <a:rPr lang="en-US" altLang="zh-CN" dirty="0" err="1"/>
              <a:t>camera_poses_scaled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76276" y="1547613"/>
            <a:ext cx="6352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v1.0codes\organize_data.py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tsai_lenz_calibration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1. </a:t>
            </a:r>
            <a:r>
              <a:rPr lang="en-US" altLang="zh-CN" b="1" dirty="0">
                <a:effectLst/>
                <a:latin typeface="Consolas" panose="020B0609020204030204" pitchFamily="49" charset="0"/>
              </a:rPr>
              <a:t>**Rotation solving**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: Using Rodrigues rotation vector representation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Convert $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R_a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R_b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$ to rotation vectors $\alpha, \beta$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Build matrix $M = \sum \beta 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alpha^T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SVD decomposition: $M = U\Sigma V^T$, obtain $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R_x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= VU^T$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effectLst/>
                <a:latin typeface="Consolas" panose="020B0609020204030204" pitchFamily="49" charset="0"/>
              </a:rPr>
              <a:t>2. </a:t>
            </a:r>
            <a:r>
              <a:rPr lang="en-US" altLang="zh-CN" b="1" dirty="0">
                <a:effectLst/>
                <a:latin typeface="Consolas" panose="020B0609020204030204" pitchFamily="49" charset="0"/>
              </a:rPr>
              <a:t>**Scale optimization**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: Optimize scale with rotation fixed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Linear equation: $(I - R_{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a_i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})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t_x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= t_{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a_i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} - s 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cdot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R_x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cdot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t_{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b_i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}$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Use `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scipy.optimize.minimize_scalar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` to search optimal $s$ in [0.01, 100]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Cost function: minimize sum of squared residuals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effectLst/>
                <a:latin typeface="Consolas" panose="020B0609020204030204" pitchFamily="49" charset="0"/>
              </a:rPr>
              <a:t>3. </a:t>
            </a:r>
            <a:r>
              <a:rPr lang="en-US" altLang="zh-CN" b="1" dirty="0">
                <a:effectLst/>
                <a:latin typeface="Consolas" panose="020B0609020204030204" pitchFamily="49" charset="0"/>
              </a:rPr>
              <a:t>**Translation solving**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: Least squares at optimal scale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Build overdetermined system $C 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cdot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t_x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= d$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$C = [(I-R_{a_1}); ...; (I-R_{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a_n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})]$, $d = [t_{a_1} - s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R_x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t_{b_1}; ...]$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effectLst/>
                <a:latin typeface="Consolas" panose="020B0609020204030204" pitchFamily="49" charset="0"/>
              </a:rPr>
              <a:t>4. </a:t>
            </a:r>
            <a:r>
              <a:rPr lang="en-US" altLang="zh-CN" b="1" dirty="0">
                <a:effectLst/>
                <a:latin typeface="Consolas" panose="020B0609020204030204" pitchFamily="49" charset="0"/>
              </a:rPr>
              <a:t>**Error computation**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: Verify $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A_i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X = X (s 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cdot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B_i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00650" y="1381913"/>
            <a:ext cx="4771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calibration\tsai_lenz_calibration.py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park_martin_calibration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1. </a:t>
            </a:r>
            <a:r>
              <a:rPr lang="en-US" altLang="zh-CN" b="1" dirty="0">
                <a:effectLst/>
                <a:latin typeface="Consolas" panose="020B0609020204030204" pitchFamily="49" charset="0"/>
              </a:rPr>
              <a:t>**Dual quaternion rotation solving**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: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Convert rotation matrices $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R_a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R_b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$ to unit quaternions $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q_a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q_b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Build linear system: $\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mathcal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{L}(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q_a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= 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mathcal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{R}(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q_b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Rewrite as $(\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mathcal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{L}(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q_a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 - 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mathcal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{R}(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q_b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))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= 0$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Stack all motions, solve via SVD for $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q_x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$ (smallest singular value)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Convert back to rotation matrix $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R_x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effectLst/>
                <a:latin typeface="Consolas" panose="020B0609020204030204" pitchFamily="49" charset="0"/>
              </a:rPr>
              <a:t>2. </a:t>
            </a:r>
            <a:r>
              <a:rPr lang="en-US" altLang="zh-CN" b="1" dirty="0">
                <a:effectLst/>
                <a:latin typeface="Consolas" panose="020B0609020204030204" pitchFamily="49" charset="0"/>
              </a:rPr>
              <a:t>**Scale optimization + nested solving**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: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Outer loop: Optimize scale $s \in [0.01, 100]$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Inner loop: For given $s$, invoke standard Park-Martin to solve complete $X$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Cost function: $\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sum_i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\|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A_i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X - X (s 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cdot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B_i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)\|_F^2$ (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Numba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JIT accelerated)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effectLst/>
                <a:latin typeface="Consolas" panose="020B0609020204030204" pitchFamily="49" charset="0"/>
              </a:rPr>
              <a:t>3. </a:t>
            </a:r>
            <a:r>
              <a:rPr lang="en-US" altLang="zh-CN" b="1" dirty="0">
                <a:effectLst/>
                <a:latin typeface="Consolas" panose="020B0609020204030204" pitchFamily="49" charset="0"/>
              </a:rPr>
              <a:t>**Translation solving**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(inside standard Park-Martin):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Linear equation: $(I - R_{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a_i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})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t_x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= t_{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a_i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} -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R_x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(s \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cdot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 t_{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b_i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})$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   - Least squares solution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effectLst/>
                <a:latin typeface="Consolas" panose="020B0609020204030204" pitchFamily="49" charset="0"/>
              </a:rPr>
              <a:t>4. </a:t>
            </a:r>
            <a:r>
              <a:rPr lang="en-US" altLang="zh-CN" b="1" dirty="0">
                <a:effectLst/>
                <a:latin typeface="Consolas" panose="020B0609020204030204" pitchFamily="49" charset="0"/>
              </a:rPr>
              <a:t>**Optimal solution verification**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: Re-compute $X$ with optimal $s$ and evaluate errors</a:t>
            </a:r>
            <a:endParaRPr lang="en-US" altLang="zh-CN" b="0" dirty="0"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93774" y="1388788"/>
            <a:ext cx="578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calibration\park_martin_calibration.py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Evaluation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compare with groud truth (</a:t>
            </a:r>
            <a:r>
              <a:rPr lang="en-US" altLang="zh-CN" dirty="0" err="1">
                <a:sym typeface="+mn-ea"/>
              </a:rPr>
              <a:t>Hand_eye_transform</a:t>
            </a:r>
            <a:r>
              <a:rPr lang="en-US" altLang="zh-CN"/>
              <a:t>) from dataset</a:t>
            </a:r>
            <a:endParaRPr lang="en-US" altLang="zh-CN"/>
          </a:p>
          <a:p>
            <a:r>
              <a:rPr lang="en-US" altLang="zh-CN"/>
              <a:t>Metrics:</a:t>
            </a:r>
            <a:endParaRPr lang="en-US" altLang="zh-CN"/>
          </a:p>
          <a:p>
            <a:pPr marL="0" indent="457200">
              <a:buNone/>
            </a:pPr>
            <a:r>
              <a:rPr lang="en-US" altLang="zh-CN"/>
              <a:t>- Rotation Error: the angular difference (geodesic distance) </a:t>
            </a:r>
            <a:endParaRPr lang="en-US" altLang="zh-CN"/>
          </a:p>
          <a:p>
            <a:pPr marL="0" indent="457200">
              <a:buNone/>
            </a:pPr>
            <a:endParaRPr lang="en-US" altLang="zh-CN"/>
          </a:p>
          <a:p>
            <a:pPr marL="0" indent="457200">
              <a:buNone/>
            </a:pPr>
            <a:endParaRPr lang="en-US" altLang="zh-CN"/>
          </a:p>
          <a:p>
            <a:pPr marL="0" indent="457200">
              <a:buNone/>
            </a:pPr>
            <a:r>
              <a:rPr lang="en-US" altLang="zh-CN"/>
              <a:t>- Translation Error: the Euclidean distance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38200" y="1388825"/>
            <a:ext cx="343759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eval\evaluate_calibration.py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894"/>
          <a:stretch>
            <a:fillRect/>
          </a:stretch>
        </p:blipFill>
        <p:spPr>
          <a:xfrm>
            <a:off x="3803650" y="3748405"/>
            <a:ext cx="3086100" cy="8223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60" y="5321935"/>
            <a:ext cx="3086100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visualization</a:t>
            </a:r>
            <a:endParaRPr lang="zh-CN" altLang="en-US"/>
          </a:p>
        </p:txBody>
      </p:sp>
      <p:pic>
        <p:nvPicPr>
          <p:cNvPr id="6" name="coord_system_viz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485832" y="1864995"/>
            <a:ext cx="5221606" cy="435133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8200" y="1388745"/>
            <a:ext cx="3994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eval\visualize_coord_systems.py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visualization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 the first frame to calculate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T_base_calib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T_base_end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[0] @ X @ inv(</a:t>
            </a: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camera_pose_scaled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[0])</a:t>
            </a:r>
            <a:endParaRPr lang="en-US" altLang="zh-CN" sz="20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dirty="0"/>
              <a:t>Then transform the camera to </a:t>
            </a:r>
            <a:r>
              <a:rPr lang="en-US" altLang="zh-CN" dirty="0" err="1"/>
              <a:t>T_base</a:t>
            </a:r>
            <a:r>
              <a:rPr lang="en-US" altLang="zh-CN" dirty="0"/>
              <a:t> by:</a:t>
            </a:r>
            <a:endParaRPr lang="en-US" altLang="zh-CN" dirty="0"/>
          </a:p>
          <a:p>
            <a:pPr marL="0" indent="0">
              <a:buNone/>
            </a:pPr>
            <a:r>
              <a:rPr lang="it-IT" altLang="zh-CN" sz="2400" dirty="0">
                <a:latin typeface="Consolas" panose="020B0609020204030204" pitchFamily="49" charset="0"/>
              </a:rPr>
              <a:t>T_base_camera[i] = T_base_calib @ camera_pose_scaled[i]s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1388825"/>
            <a:ext cx="3437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eval\visualize_trajectories.py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7" y="3995558"/>
            <a:ext cx="4575931" cy="22085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67" y="3863856"/>
            <a:ext cx="2681929" cy="28703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Speeding 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2491"/>
            <a:ext cx="10515600" cy="951951"/>
          </a:xfrm>
        </p:spPr>
        <p:txBody>
          <a:bodyPr/>
          <a:lstStyle/>
          <a:p>
            <a:r>
              <a:rPr lang="en-US" altLang="zh-CN" dirty="0"/>
              <a:t>The original </a:t>
            </a:r>
            <a:r>
              <a:rPr lang="en-US" altLang="zh-CN" dirty="0" err="1"/>
              <a:t>py</a:t>
            </a:r>
            <a:r>
              <a:rPr lang="en-US" altLang="zh-CN" dirty="0"/>
              <a:t> needs 20mins to finish all 6 dataset, now 11 second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06" y="2660698"/>
            <a:ext cx="4523286" cy="39410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689" y="2916980"/>
            <a:ext cx="4756143" cy="353728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2621</Words>
  <Application>WPS 演示</Application>
  <PresentationFormat>宽屏</PresentationFormat>
  <Paragraphs>78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SimSun</vt:lpstr>
      <vt:lpstr>Wingdings</vt:lpstr>
      <vt:lpstr>DejaVu Sans</vt:lpstr>
      <vt:lpstr>Consolas</vt:lpstr>
      <vt:lpstr>Liberation Sans Narrow</vt:lpstr>
      <vt:lpstr>等线 Light</vt:lpstr>
      <vt:lpstr>C059</vt:lpstr>
      <vt:lpstr>等线</vt:lpstr>
      <vt:lpstr>SimSun</vt:lpstr>
      <vt:lpstr>Noto Serif CJK SC</vt:lpstr>
      <vt:lpstr>Microsoft YaHei</vt:lpstr>
      <vt:lpstr>Droid Sans Fallback</vt:lpstr>
      <vt:lpstr>Arial Unicode MS</vt:lpstr>
      <vt:lpstr>Calibri</vt:lpstr>
      <vt:lpstr>汉仪叶叶相思体简</vt:lpstr>
      <vt:lpstr>Office 主题​​</vt:lpstr>
      <vt:lpstr>Cv1-proj1-2</vt:lpstr>
      <vt:lpstr>Organize data from the open source</vt:lpstr>
      <vt:lpstr>tsai_lenz_calibration</vt:lpstr>
      <vt:lpstr>park_martin_calibration</vt:lpstr>
      <vt:lpstr>PowerPoint 演示文稿</vt:lpstr>
      <vt:lpstr>PowerPoint 演示文稿</vt:lpstr>
      <vt:lpstr>visualization</vt:lpstr>
      <vt:lpstr>Speeding 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Cv1-proj1-2</dc:title>
  <dc:creator>崧月 许</dc:creator>
  <cp:lastModifiedBy>cjy</cp:lastModifiedBy>
  <cp:revision>2</cp:revision>
  <dcterms:created xsi:type="dcterms:W3CDTF">2025-12-17T09:07:17Z</dcterms:created>
  <dcterms:modified xsi:type="dcterms:W3CDTF">2025-12-17T09:07:17Z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0FD373F020FE48B9C57242698D15CAF8_42</vt:lpwstr>
  </property>
  <property fmtid="{D5CDD505-2E9C-101B-9397-08002B2CF9AE}" pid="3" name="KSOProductBuildVer">
    <vt:lpwstr>2052-12.1.2.23578</vt:lpwstr>
  </property>
</Properties>
</file>